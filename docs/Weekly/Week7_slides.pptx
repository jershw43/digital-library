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28EA54-BE16-AE48-AEBA-6CA093A500B6}" v="5" dt="2026-03-04T03:47:29.0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72"/>
  </p:normalViewPr>
  <p:slideViewPr>
    <p:cSldViewPr snapToGrid="0">
      <p:cViewPr varScale="1">
        <p:scale>
          <a:sx n="99" d="100"/>
          <a:sy n="99" d="100"/>
        </p:scale>
        <p:origin x="8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3/3/26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3/3/26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3/3/26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3/3/26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3/3/26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3/3/26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3/3/26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3/3/26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3/3/26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3/3/26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3/3/26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3/3/26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AB173-28BB-2AF7-7610-5AFBE7FA1F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Digital Library Week 7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D9B45E-C139-55FE-45C5-95D67BC722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Camron Mellott</a:t>
            </a:r>
          </a:p>
          <a:p>
            <a:r>
              <a:rPr lang="en-US" dirty="0"/>
              <a:t>Josh Watson</a:t>
            </a:r>
          </a:p>
          <a:p>
            <a:r>
              <a:rPr lang="en-US" dirty="0"/>
              <a:t>Luke Joseph</a:t>
            </a:r>
          </a:p>
        </p:txBody>
      </p:sp>
    </p:spTree>
    <p:extLst>
      <p:ext uri="{BB962C8B-B14F-4D97-AF65-F5344CB8AC3E}">
        <p14:creationId xmlns:p14="http://schemas.microsoft.com/office/powerpoint/2010/main" val="460641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55F59-837F-7822-8614-59A5984C8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Gantt Chart</a:t>
            </a:r>
          </a:p>
        </p:txBody>
      </p:sp>
      <p:pic>
        <p:nvPicPr>
          <p:cNvPr id="5" name="Content Placeholder 4" descr="A green and yellow line on a white sheet&#10;&#10;AI-generated content may be incorrect.">
            <a:extLst>
              <a:ext uri="{FF2B5EF4-FFF2-40B4-BE49-F238E27FC236}">
                <a16:creationId xmlns:a16="http://schemas.microsoft.com/office/drawing/2014/main" id="{D0157CA9-5B8F-0B88-F3F1-8ADCE08D6E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5851" y="1984629"/>
            <a:ext cx="10120298" cy="14443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D2A764-EBFF-D5D8-3B4A-F05BB928F510}"/>
              </a:ext>
            </a:extLst>
          </p:cNvPr>
          <p:cNvSpPr txBox="1"/>
          <p:nvPr/>
        </p:nvSpPr>
        <p:spPr>
          <a:xfrm>
            <a:off x="2075187" y="4376928"/>
            <a:ext cx="7874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made good progress this week and are still on track with our Gantt chart</a:t>
            </a:r>
          </a:p>
        </p:txBody>
      </p:sp>
    </p:spTree>
    <p:extLst>
      <p:ext uri="{BB962C8B-B14F-4D97-AF65-F5344CB8AC3E}">
        <p14:creationId xmlns:p14="http://schemas.microsoft.com/office/powerpoint/2010/main" val="3490759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9401C-0EB8-B8F4-5424-A49E77BFD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CB4A9-D80C-AAEE-2B4E-0F637CFEE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099" y="1313645"/>
            <a:ext cx="9070671" cy="3913102"/>
          </a:xfrm>
        </p:spPr>
        <p:txBody>
          <a:bodyPr/>
          <a:lstStyle/>
          <a:p>
            <a:pPr lvl="1"/>
            <a:r>
              <a:rPr lang="en-US" dirty="0"/>
              <a:t>We have successfully integrated the account creation process with the UI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0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3D9F7-627F-60EA-ECA7-E7EA835EE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F0E71-0E99-77ED-EA40-DFBC2CB7E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1527" y="1416676"/>
            <a:ext cx="8818612" cy="4633268"/>
          </a:xfrm>
        </p:spPr>
        <p:txBody>
          <a:bodyPr/>
          <a:lstStyle/>
          <a:p>
            <a:r>
              <a:rPr lang="en-US" dirty="0"/>
              <a:t>Although the UI login is implemented there are still several issues/bugs that need to be ironed out:</a:t>
            </a:r>
          </a:p>
          <a:p>
            <a:pPr lvl="1"/>
            <a:r>
              <a:rPr lang="en-US" dirty="0"/>
              <a:t>Logging in bugs out the library page</a:t>
            </a:r>
          </a:p>
          <a:p>
            <a:pPr lvl="1"/>
            <a:r>
              <a:rPr lang="en-US" dirty="0"/>
              <a:t>Email verification/password reset </a:t>
            </a:r>
          </a:p>
          <a:p>
            <a:pPr lvl="1"/>
            <a:r>
              <a:rPr lang="en-US" dirty="0"/>
              <a:t>Needs light/dark mode flexibility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139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BBABD-9708-BEF6-BE13-84728BA51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48855-8A62-AAAF-A639-DC24534CA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6524" y="1352282"/>
            <a:ext cx="9243615" cy="4697662"/>
          </a:xfrm>
        </p:spPr>
        <p:txBody>
          <a:bodyPr/>
          <a:lstStyle/>
          <a:p>
            <a:r>
              <a:rPr lang="en-US" dirty="0"/>
              <a:t>As we enter Spring Break, we intend to work over the break.</a:t>
            </a:r>
          </a:p>
          <a:p>
            <a:pPr lvl="1"/>
            <a:r>
              <a:rPr lang="en-US" dirty="0"/>
              <a:t>Ironing out the issues listed previously will allow us to implement our chosen storage method for Book objects, completing the personalized library aspect of our application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8200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45</TotalTime>
  <Words>122</Words>
  <Application>Microsoft Macintosh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MS Shell Dlg 2</vt:lpstr>
      <vt:lpstr>Wingdings</vt:lpstr>
      <vt:lpstr>Wingdings 3</vt:lpstr>
      <vt:lpstr>Madison</vt:lpstr>
      <vt:lpstr>Digital Library Week 7 </vt:lpstr>
      <vt:lpstr>Gantt Chart</vt:lpstr>
      <vt:lpstr>This Week</vt:lpstr>
      <vt:lpstr>Challenges</vt:lpstr>
      <vt:lpstr>What’s 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Camron S. Mellott</dc:creator>
  <cp:lastModifiedBy>Josh D. Watson</cp:lastModifiedBy>
  <cp:revision>2</cp:revision>
  <dcterms:created xsi:type="dcterms:W3CDTF">2026-02-25T04:19:49Z</dcterms:created>
  <dcterms:modified xsi:type="dcterms:W3CDTF">2026-03-04T03:58:58Z</dcterms:modified>
</cp:coreProperties>
</file>