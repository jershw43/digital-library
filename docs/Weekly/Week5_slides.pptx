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9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B173-28BB-2AF7-7610-5AFBE7FA1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 Week 5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9B45E-C139-55FE-45C5-95D67BC72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46064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5F59-837F-7822-8614-59A5984C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 descr="A green and yellow line on a white sheet&#10;&#10;AI-generated content may be incorrect.">
            <a:extLst>
              <a:ext uri="{FF2B5EF4-FFF2-40B4-BE49-F238E27FC236}">
                <a16:creationId xmlns:a16="http://schemas.microsoft.com/office/drawing/2014/main" id="{D0157CA9-5B8F-0B88-F3F1-8ADCE08D6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851" y="1984629"/>
            <a:ext cx="10120298" cy="1444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2A764-EBFF-D5D8-3B4A-F05BB928F510}"/>
              </a:ext>
            </a:extLst>
          </p:cNvPr>
          <p:cNvSpPr txBox="1"/>
          <p:nvPr/>
        </p:nvSpPr>
        <p:spPr>
          <a:xfrm>
            <a:off x="2075187" y="4376928"/>
            <a:ext cx="804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achieved our goal for this week and are still on track with our Gantt chart </a:t>
            </a:r>
          </a:p>
        </p:txBody>
      </p:sp>
    </p:spTree>
    <p:extLst>
      <p:ext uri="{BB962C8B-B14F-4D97-AF65-F5344CB8AC3E}">
        <p14:creationId xmlns:p14="http://schemas.microsoft.com/office/powerpoint/2010/main" val="349075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401C-0EB8-B8F4-5424-A49E77B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B4A9-D80C-AAEE-2B4E-0F637CFE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3230" y="1228919"/>
            <a:ext cx="7796540" cy="3997828"/>
          </a:xfrm>
        </p:spPr>
        <p:txBody>
          <a:bodyPr/>
          <a:lstStyle/>
          <a:p>
            <a:r>
              <a:rPr lang="en-US" dirty="0"/>
              <a:t>Started user/account creation process</a:t>
            </a:r>
          </a:p>
          <a:p>
            <a:pPr lvl="1"/>
            <a:r>
              <a:rPr lang="en-US" dirty="0"/>
              <a:t>Can add users to database manually</a:t>
            </a:r>
          </a:p>
          <a:p>
            <a:pPr lvl="1"/>
            <a:r>
              <a:rPr lang="en-US" dirty="0"/>
              <a:t>Installed node package dependency called bcryptjs</a:t>
            </a:r>
          </a:p>
          <a:p>
            <a:pPr lvl="2"/>
            <a:r>
              <a:rPr lang="en-US" dirty="0"/>
              <a:t>Generates random “Salt”</a:t>
            </a:r>
          </a:p>
          <a:p>
            <a:pPr lvl="2"/>
            <a:r>
              <a:rPr lang="en-US" dirty="0"/>
              <a:t>Makes hashes computationally expensive to crack</a:t>
            </a:r>
          </a:p>
          <a:p>
            <a:pPr lvl="2"/>
            <a:r>
              <a:rPr lang="en-US" dirty="0"/>
              <a:t>Provides built in password verification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F1A519-445C-B689-36E0-1EC14F07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68" y="4570380"/>
            <a:ext cx="9443663" cy="162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D9F7-627F-60EA-ECA7-E7EA835E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0E71-0E99-77ED-EA40-DFBC2CB7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hashing method</a:t>
            </a:r>
          </a:p>
          <a:p>
            <a:pPr lvl="1"/>
            <a:r>
              <a:rPr lang="en-US" dirty="0"/>
              <a:t>Most time was spent researching hashing methods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39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23</TotalTime>
  <Words>75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MS Shell Dlg 2</vt:lpstr>
      <vt:lpstr>Wingdings</vt:lpstr>
      <vt:lpstr>Wingdings 3</vt:lpstr>
      <vt:lpstr>Madison</vt:lpstr>
      <vt:lpstr>Digital Library Week 5 </vt:lpstr>
      <vt:lpstr>Gantt Chart</vt:lpstr>
      <vt:lpstr>This Week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Camron S. Mellott</cp:lastModifiedBy>
  <cp:revision>1</cp:revision>
  <dcterms:created xsi:type="dcterms:W3CDTF">2026-02-25T04:19:49Z</dcterms:created>
  <dcterms:modified xsi:type="dcterms:W3CDTF">2026-02-25T04:43:06Z</dcterms:modified>
</cp:coreProperties>
</file>