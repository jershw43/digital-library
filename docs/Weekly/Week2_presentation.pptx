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253E6-8DEB-2973-F069-57638C408B0B}" v="24" dt="2026-01-28T00:25:14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597"/>
  </p:normalViewPr>
  <p:slideViewPr>
    <p:cSldViewPr snapToGrid="0">
      <p:cViewPr varScale="1">
        <p:scale>
          <a:sx n="101" d="100"/>
          <a:sy n="101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34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33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8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02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4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0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9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5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00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0609F17-43A8-3245-BBFE-33CAF110ADA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B6C89-511B-B84C-8195-727A2682F17F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24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E760-652C-5358-8A3A-85BDEE5819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Library: 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1E375-B6F9-B558-8490-534E13ED6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Camron Mellott</a:t>
            </a:r>
          </a:p>
          <a:p>
            <a:r>
              <a:rPr lang="en-US" dirty="0"/>
              <a:t>Josh Watson</a:t>
            </a:r>
          </a:p>
          <a:p>
            <a:r>
              <a:rPr lang="en-US" dirty="0"/>
              <a:t>Luke Joseph</a:t>
            </a:r>
          </a:p>
        </p:txBody>
      </p:sp>
    </p:spTree>
    <p:extLst>
      <p:ext uri="{BB962C8B-B14F-4D97-AF65-F5344CB8AC3E}">
        <p14:creationId xmlns:p14="http://schemas.microsoft.com/office/powerpoint/2010/main" val="361169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559C-B3DC-FB7E-68C7-6A2E0BC8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4C18-C734-D698-6FDE-8D658A229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group has completed the UI for the project </a:t>
            </a:r>
          </a:p>
          <a:p>
            <a:r>
              <a:rPr lang="en-US" dirty="0"/>
              <a:t>Baseline work has begun for the book API.</a:t>
            </a:r>
          </a:p>
          <a:p>
            <a:r>
              <a:rPr lang="en-US" dirty="0"/>
              <a:t>The team is ahead of schedule according to our Gantt chart</a:t>
            </a:r>
          </a:p>
        </p:txBody>
      </p:sp>
    </p:spTree>
    <p:extLst>
      <p:ext uri="{BB962C8B-B14F-4D97-AF65-F5344CB8AC3E}">
        <p14:creationId xmlns:p14="http://schemas.microsoft.com/office/powerpoint/2010/main" val="83849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6415-505F-1CFF-A7B6-FECF2711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3B351-7706-B900-DE5E-F41EB338E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with local development server</a:t>
            </a:r>
          </a:p>
          <a:p>
            <a:r>
              <a:rPr lang="en-US" dirty="0"/>
              <a:t>GitHub pull issues</a:t>
            </a:r>
          </a:p>
        </p:txBody>
      </p:sp>
    </p:spTree>
    <p:extLst>
      <p:ext uri="{BB962C8B-B14F-4D97-AF65-F5344CB8AC3E}">
        <p14:creationId xmlns:p14="http://schemas.microsoft.com/office/powerpoint/2010/main" val="316110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7ADF-44BE-3935-7DF1-20A4DE2C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Showcase : Home Page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F255D1-163F-7C8B-912C-5B9C39C2F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861" y="1805841"/>
            <a:ext cx="9219067" cy="4244104"/>
          </a:xfrm>
        </p:spPr>
      </p:pic>
    </p:spTree>
    <p:extLst>
      <p:ext uri="{BB962C8B-B14F-4D97-AF65-F5344CB8AC3E}">
        <p14:creationId xmlns:p14="http://schemas.microsoft.com/office/powerpoint/2010/main" val="724299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460C-6E45-A968-2C1A-F802E611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Showcase: Books Page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0A6CAA-5509-834E-A7D9-125C23C14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7722" y="2036045"/>
            <a:ext cx="8376556" cy="3856244"/>
          </a:xfrm>
        </p:spPr>
      </p:pic>
    </p:spTree>
    <p:extLst>
      <p:ext uri="{BB962C8B-B14F-4D97-AF65-F5344CB8AC3E}">
        <p14:creationId xmlns:p14="http://schemas.microsoft.com/office/powerpoint/2010/main" val="46948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7535-CEAF-3B57-CB53-2A2A7BA7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Showcase: Book Descriptions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3857D5-E003-DF23-C671-E20094E23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721" y="1885285"/>
            <a:ext cx="9046497" cy="4164659"/>
          </a:xfrm>
        </p:spPr>
      </p:pic>
    </p:spTree>
    <p:extLst>
      <p:ext uri="{BB962C8B-B14F-4D97-AF65-F5344CB8AC3E}">
        <p14:creationId xmlns:p14="http://schemas.microsoft.com/office/powerpoint/2010/main" val="396049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699E-6A11-2AB8-3CA4-00126F1B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Showcase: About Page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B38A2A-C171-9317-2DE3-DD6A020D5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853" y="2134895"/>
            <a:ext cx="8889717" cy="4092484"/>
          </a:xfrm>
        </p:spPr>
      </p:pic>
    </p:spTree>
    <p:extLst>
      <p:ext uri="{BB962C8B-B14F-4D97-AF65-F5344CB8AC3E}">
        <p14:creationId xmlns:p14="http://schemas.microsoft.com/office/powerpoint/2010/main" val="1031821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92</TotalTime>
  <Words>70</Words>
  <Application>Microsoft Macintosh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MS Shell Dlg 2</vt:lpstr>
      <vt:lpstr>Wingdings</vt:lpstr>
      <vt:lpstr>Wingdings 3</vt:lpstr>
      <vt:lpstr>Madison</vt:lpstr>
      <vt:lpstr>Digital Library: Week 2</vt:lpstr>
      <vt:lpstr>Status</vt:lpstr>
      <vt:lpstr>Challenges</vt:lpstr>
      <vt:lpstr>UI Showcase : Home Page</vt:lpstr>
      <vt:lpstr>UI Showcase: Books Page</vt:lpstr>
      <vt:lpstr>UI Showcase: Book Descriptions</vt:lpstr>
      <vt:lpstr>UI Showcase: About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Camron S. Mellott</dc:creator>
  <cp:lastModifiedBy>Josh D. Watson</cp:lastModifiedBy>
  <cp:revision>29</cp:revision>
  <dcterms:created xsi:type="dcterms:W3CDTF">2026-01-27T23:41:46Z</dcterms:created>
  <dcterms:modified xsi:type="dcterms:W3CDTF">2026-02-04T03:32:41Z</dcterms:modified>
</cp:coreProperties>
</file>