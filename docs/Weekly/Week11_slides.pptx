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68"/>
  </p:normalViewPr>
  <p:slideViewPr>
    <p:cSldViewPr snapToGrid="0">
      <p:cViewPr varScale="1">
        <p:scale>
          <a:sx n="105" d="100"/>
          <a:sy n="105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-library-frontend-258f.onrender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B18C-CF91-1B85-C484-D8783825FA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 Library Week 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238EF-ABA2-112D-E2D6-1881882107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Camron Mellott</a:t>
            </a:r>
          </a:p>
          <a:p>
            <a:r>
              <a:rPr lang="en-US" dirty="0"/>
              <a:t>Josh Watson</a:t>
            </a:r>
          </a:p>
          <a:p>
            <a:r>
              <a:rPr lang="en-US" dirty="0"/>
              <a:t>Luke Joseph</a:t>
            </a:r>
          </a:p>
        </p:txBody>
      </p:sp>
    </p:spTree>
    <p:extLst>
      <p:ext uri="{BB962C8B-B14F-4D97-AF65-F5344CB8AC3E}">
        <p14:creationId xmlns:p14="http://schemas.microsoft.com/office/powerpoint/2010/main" val="226069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4836-1C7A-0F1D-5DB3-9A7F9904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3A50478-423E-0337-0B6D-BD8D5BA0F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936" y="1533382"/>
            <a:ext cx="10399776" cy="17340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DF652-16D3-7065-B26F-AAEC52970892}"/>
              </a:ext>
            </a:extLst>
          </p:cNvPr>
          <p:cNvSpPr txBox="1"/>
          <p:nvPr/>
        </p:nvSpPr>
        <p:spPr>
          <a:xfrm>
            <a:off x="3421053" y="3992781"/>
            <a:ext cx="633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are slightly behind on our Gantt chart plan. ISBN scanner not fully implemented yet.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Needed to have the app version working before development could be started.</a:t>
            </a:r>
          </a:p>
        </p:txBody>
      </p:sp>
    </p:spTree>
    <p:extLst>
      <p:ext uri="{BB962C8B-B14F-4D97-AF65-F5344CB8AC3E}">
        <p14:creationId xmlns:p14="http://schemas.microsoft.com/office/powerpoint/2010/main" val="1782569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714F-1B17-50A4-AE63-72A024A8C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E7D6A-68DE-1A0C-A7B7-08AD8AEB3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Deployed our </a:t>
            </a:r>
            <a:r>
              <a:rPr lang="en-US" dirty="0">
                <a:hlinkClick r:id="rId2"/>
              </a:rPr>
              <a:t>website</a:t>
            </a:r>
            <a:r>
              <a:rPr lang="en-US" dirty="0"/>
              <a:t>.</a:t>
            </a:r>
          </a:p>
          <a:p>
            <a:r>
              <a:rPr lang="en-US" dirty="0"/>
              <a:t>Got the email verification working</a:t>
            </a:r>
          </a:p>
          <a:p>
            <a:r>
              <a:rPr lang="en-US" dirty="0"/>
              <a:t>Utilized capacitor to wrap our application to work natively on mobile devices.</a:t>
            </a:r>
          </a:p>
        </p:txBody>
      </p:sp>
    </p:spTree>
    <p:extLst>
      <p:ext uri="{BB962C8B-B14F-4D97-AF65-F5344CB8AC3E}">
        <p14:creationId xmlns:p14="http://schemas.microsoft.com/office/powerpoint/2010/main" val="258659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25BC238-C762-4D13-A195-D96782130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46C2F34-1655-46BB-AA7C-FE1E7C94D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E212255-06CB-48A7-8DDC-16BB691C2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380DDC1E-06A0-46BA-AE64-DBDD05947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9C1BC9-83BE-489D-9B3E-B164525B1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00FBAF5-0C55-4EC9-9950-7797B8DF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761" y="0"/>
            <a:ext cx="10389107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8F266-DF6A-834B-F835-23F45B2A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3" y="808056"/>
            <a:ext cx="3784705" cy="1077229"/>
          </a:xfrm>
        </p:spPr>
        <p:txBody>
          <a:bodyPr>
            <a:normAutofit/>
          </a:bodyPr>
          <a:lstStyle/>
          <a:p>
            <a:pPr algn="l"/>
            <a:r>
              <a:rPr lang="en-US"/>
              <a:t>Mobile View</a:t>
            </a:r>
          </a:p>
        </p:txBody>
      </p:sp>
      <p:sp>
        <p:nvSpPr>
          <p:cNvPr id="40" name="Content Placeholder 10">
            <a:extLst>
              <a:ext uri="{FF2B5EF4-FFF2-40B4-BE49-F238E27FC236}">
                <a16:creationId xmlns:a16="http://schemas.microsoft.com/office/drawing/2014/main" id="{584EBA38-A111-FF30-F685-118409BF2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784705" cy="3997828"/>
          </a:xfrm>
        </p:spPr>
        <p:txBody>
          <a:bodyPr>
            <a:normAutofit/>
          </a:bodyPr>
          <a:lstStyle/>
          <a:p>
            <a:r>
              <a:rPr lang="en-US" sz="1800" dirty="0"/>
              <a:t>Running in Xcode simulator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BC0108-11C3-4CBB-B5D0-7945DB64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2D40D-662C-3277-3AC3-A457FFAB0A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32" y="128788"/>
            <a:ext cx="3089192" cy="637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1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A2AFE-A678-E090-E651-855B9FD9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B11DCF3-BDD1-B997-867B-B72E4BFA3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 Verification</a:t>
            </a:r>
          </a:p>
          <a:p>
            <a:r>
              <a:rPr lang="en-US" dirty="0"/>
              <a:t>Implementing ISBN scanner</a:t>
            </a:r>
          </a:p>
        </p:txBody>
      </p:sp>
    </p:spTree>
    <p:extLst>
      <p:ext uri="{BB962C8B-B14F-4D97-AF65-F5344CB8AC3E}">
        <p14:creationId xmlns:p14="http://schemas.microsoft.com/office/powerpoint/2010/main" val="936746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137</TotalTime>
  <Words>78</Words>
  <Application>Microsoft Macintosh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MS Shell Dlg 2</vt:lpstr>
      <vt:lpstr>Wingdings</vt:lpstr>
      <vt:lpstr>Wingdings 3</vt:lpstr>
      <vt:lpstr>Madison</vt:lpstr>
      <vt:lpstr>Digital Library Week 11</vt:lpstr>
      <vt:lpstr>Gantt Chart</vt:lpstr>
      <vt:lpstr>This Week</vt:lpstr>
      <vt:lpstr>Mobile View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Camron S. Mellott</dc:creator>
  <cp:lastModifiedBy>Camron S. Mellott</cp:lastModifiedBy>
  <cp:revision>5</cp:revision>
  <dcterms:created xsi:type="dcterms:W3CDTF">2026-03-25T06:01:48Z</dcterms:created>
  <dcterms:modified xsi:type="dcterms:W3CDTF">2026-04-01T06:32:46Z</dcterms:modified>
</cp:coreProperties>
</file>