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72"/>
  </p:normalViewPr>
  <p:slideViewPr>
    <p:cSldViewPr snapToGrid="0">
      <p:cViewPr varScale="1">
        <p:scale>
          <a:sx n="99" d="100"/>
          <a:sy n="99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-library-frontend-258f.onrender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18C-CF91-1B85-C484-D8783825F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Library Week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238EF-ABA2-112D-E2D6-1881882107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Camron Mellott</a:t>
            </a:r>
          </a:p>
          <a:p>
            <a:r>
              <a:rPr lang="en-US" dirty="0"/>
              <a:t>Josh Watson</a:t>
            </a:r>
          </a:p>
          <a:p>
            <a:r>
              <a:rPr lang="en-US" dirty="0"/>
              <a:t>Luke Joseph</a:t>
            </a:r>
          </a:p>
        </p:txBody>
      </p:sp>
    </p:spTree>
    <p:extLst>
      <p:ext uri="{BB962C8B-B14F-4D97-AF65-F5344CB8AC3E}">
        <p14:creationId xmlns:p14="http://schemas.microsoft.com/office/powerpoint/2010/main" val="226069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4836-1C7A-0F1D-5DB3-9A7F9904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3A50478-423E-0337-0B6D-BD8D5BA0F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936" y="1533382"/>
            <a:ext cx="10399776" cy="1734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DF652-16D3-7065-B26F-AAEC52970892}"/>
              </a:ext>
            </a:extLst>
          </p:cNvPr>
          <p:cNvSpPr txBox="1"/>
          <p:nvPr/>
        </p:nvSpPr>
        <p:spPr>
          <a:xfrm>
            <a:off x="3421053" y="3992781"/>
            <a:ext cx="633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are slightly behind on our </a:t>
            </a:r>
            <a:r>
              <a:rPr lang="en-US" dirty="0" err="1"/>
              <a:t>gantt</a:t>
            </a:r>
            <a:r>
              <a:rPr lang="en-US" dirty="0"/>
              <a:t> chart plan. ISBN scanner not implemented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Needed to have the app version working before development could be started.</a:t>
            </a:r>
          </a:p>
        </p:txBody>
      </p:sp>
    </p:spTree>
    <p:extLst>
      <p:ext uri="{BB962C8B-B14F-4D97-AF65-F5344CB8AC3E}">
        <p14:creationId xmlns:p14="http://schemas.microsoft.com/office/powerpoint/2010/main" val="1782569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714F-1B17-50A4-AE63-72A024A8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E7D6A-68DE-1A0C-A7B7-08AD8AEB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Deployed our </a:t>
            </a:r>
            <a:r>
              <a:rPr lang="en-US" dirty="0">
                <a:hlinkClick r:id="rId2"/>
              </a:rPr>
              <a:t>website</a:t>
            </a:r>
            <a:r>
              <a:rPr lang="en-US" dirty="0"/>
              <a:t>.</a:t>
            </a:r>
          </a:p>
          <a:p>
            <a:r>
              <a:rPr lang="en-US" dirty="0"/>
              <a:t>Got the email verification working</a:t>
            </a:r>
          </a:p>
          <a:p>
            <a:r>
              <a:rPr lang="en-US" dirty="0"/>
              <a:t>Utilized capacitor to wrap our application to work natively on mobile devices.</a:t>
            </a:r>
          </a:p>
        </p:txBody>
      </p:sp>
    </p:spTree>
    <p:extLst>
      <p:ext uri="{BB962C8B-B14F-4D97-AF65-F5344CB8AC3E}">
        <p14:creationId xmlns:p14="http://schemas.microsoft.com/office/powerpoint/2010/main" val="25865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25BC238-C762-4D13-A195-D96782130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46C2F34-1655-46BB-AA7C-FE1E7C94D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E212255-06CB-48A7-8DDC-16BB691C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80DDC1E-06A0-46BA-AE64-DBDD05947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9C1BC9-83BE-489D-9B3E-B164525B1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0FBAF5-0C55-4EC9-9950-7797B8DF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761" y="0"/>
            <a:ext cx="10389107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8F266-DF6A-834B-F835-23F45B2A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3784705" cy="1077229"/>
          </a:xfrm>
        </p:spPr>
        <p:txBody>
          <a:bodyPr>
            <a:normAutofit/>
          </a:bodyPr>
          <a:lstStyle/>
          <a:p>
            <a:pPr algn="l"/>
            <a:r>
              <a:rPr lang="en-US"/>
              <a:t>Mobile View</a:t>
            </a:r>
          </a:p>
        </p:txBody>
      </p:sp>
      <p:sp>
        <p:nvSpPr>
          <p:cNvPr id="40" name="Content Placeholder 10">
            <a:extLst>
              <a:ext uri="{FF2B5EF4-FFF2-40B4-BE49-F238E27FC236}">
                <a16:creationId xmlns:a16="http://schemas.microsoft.com/office/drawing/2014/main" id="{584EBA38-A111-FF30-F685-118409BF2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784705" cy="3997828"/>
          </a:xfrm>
        </p:spPr>
        <p:txBody>
          <a:bodyPr>
            <a:normAutofit/>
          </a:bodyPr>
          <a:lstStyle/>
          <a:p>
            <a:r>
              <a:rPr lang="en-US" sz="1800" dirty="0"/>
              <a:t>Running in Xcode simulator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BC0108-11C3-4CBB-B5D0-7945DB64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2D40D-662C-3277-3AC3-A457FFAB0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32" y="128788"/>
            <a:ext cx="3089192" cy="637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8EFE003-9D09-41C6-96F7-08F412E93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1CA64A-BFC0-4049-8FD1-6EB8DD837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813CE82-4287-411D-B8F5-A58090D4B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805B62-836B-4F13-A8A3-9A7A777F1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0C9C4-B7EA-40F9-8843-F4A4DE82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8478B5-006E-4BCA-A7DA-DF072F710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B4D67F-8650-405B-AB50-BDCC56407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89164D1-B734-4ACC-A493-0BE289A81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7E71B67-96FA-477A-B27B-E9EFF14C7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8C9FC39-4B20-45CF-B7DB-8FB720B83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460BDC7-0F4E-42A9-B758-C77C54B34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6E12EF-14E6-4787-9174-C41B245CE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1EEBE0-F5D0-4B24-88D6-3F1552CAB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13754-AF35-2F18-82E4-F006AC15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318" y="388466"/>
            <a:ext cx="2561751" cy="6373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Home page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2452E7-0627-472E-836E-A841639D7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244882-35AA-46F3-5D74-9B605706D9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23"/>
          <a:stretch>
            <a:fillRect/>
          </a:stretch>
        </p:blipFill>
        <p:spPr>
          <a:xfrm>
            <a:off x="1005401" y="1025859"/>
            <a:ext cx="5899897" cy="32216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B1BCCC2-4A69-EF49-7F95-0F13C91EEC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6154"/>
          <a:stretch>
            <a:fillRect/>
          </a:stretch>
        </p:blipFill>
        <p:spPr>
          <a:xfrm>
            <a:off x="1003269" y="4247535"/>
            <a:ext cx="5899897" cy="178920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B6A41B-FE82-ED7F-9C16-75BA04D6AC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181" y="1815771"/>
            <a:ext cx="5138832" cy="289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9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2AFE-A678-E090-E651-855B9FD9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11DCF3-BDD1-B997-867B-B72E4BFA3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right ISBN Scanner</a:t>
            </a:r>
          </a:p>
          <a:p>
            <a:r>
              <a:rPr lang="en-US" dirty="0"/>
              <a:t>Refactoring the Home page</a:t>
            </a:r>
          </a:p>
          <a:p>
            <a:r>
              <a:rPr lang="en-US" dirty="0"/>
              <a:t>Installing all necessary dependencies for a seamless mobile experience</a:t>
            </a:r>
          </a:p>
          <a:p>
            <a:r>
              <a:rPr lang="en-US" dirty="0"/>
              <a:t>Email Verification</a:t>
            </a:r>
          </a:p>
        </p:txBody>
      </p:sp>
    </p:spTree>
    <p:extLst>
      <p:ext uri="{BB962C8B-B14F-4D97-AF65-F5344CB8AC3E}">
        <p14:creationId xmlns:p14="http://schemas.microsoft.com/office/powerpoint/2010/main" val="936746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38</TotalTime>
  <Words>95</Words>
  <Application>Microsoft Macintosh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Madison</vt:lpstr>
      <vt:lpstr>Digital Library Week 11</vt:lpstr>
      <vt:lpstr>Gantt Chart</vt:lpstr>
      <vt:lpstr>This Week</vt:lpstr>
      <vt:lpstr>Mobile View</vt:lpstr>
      <vt:lpstr>Home page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S. Mellott</dc:creator>
  <cp:lastModifiedBy>Josh D. Watson</cp:lastModifiedBy>
  <cp:revision>4</cp:revision>
  <dcterms:created xsi:type="dcterms:W3CDTF">2026-03-25T06:01:48Z</dcterms:created>
  <dcterms:modified xsi:type="dcterms:W3CDTF">2026-04-01T04:48:56Z</dcterms:modified>
</cp:coreProperties>
</file>