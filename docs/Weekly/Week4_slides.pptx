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4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2/17/26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F450-EEA6-1630-FD8C-1E4D15B6E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Library Week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4B830-F046-91F0-D0D1-75599C80F8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Camron Mellott</a:t>
            </a:r>
          </a:p>
          <a:p>
            <a:r>
              <a:rPr lang="en-US" dirty="0"/>
              <a:t>Josh Watson</a:t>
            </a:r>
          </a:p>
          <a:p>
            <a:r>
              <a:rPr lang="en-US" dirty="0"/>
              <a:t>Luke Joseph</a:t>
            </a:r>
          </a:p>
        </p:txBody>
      </p:sp>
    </p:spTree>
    <p:extLst>
      <p:ext uri="{BB962C8B-B14F-4D97-AF65-F5344CB8AC3E}">
        <p14:creationId xmlns:p14="http://schemas.microsoft.com/office/powerpoint/2010/main" val="50796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AD80-F278-12FB-68D9-65ABEBFC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9" name="Content Placeholder 8" descr="A yellow line on a white sheet&#10;&#10;AI-generated content may be incorrect.">
            <a:extLst>
              <a:ext uri="{FF2B5EF4-FFF2-40B4-BE49-F238E27FC236}">
                <a16:creationId xmlns:a16="http://schemas.microsoft.com/office/drawing/2014/main" id="{3717E388-5D58-C62D-BF8C-6166B0FA5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748" y="2703342"/>
            <a:ext cx="10321169" cy="14513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9DCF45-BC93-417C-D8FA-21DA640162DC}"/>
              </a:ext>
            </a:extLst>
          </p:cNvPr>
          <p:cNvSpPr txBox="1"/>
          <p:nvPr/>
        </p:nvSpPr>
        <p:spPr>
          <a:xfrm>
            <a:off x="1581190" y="4972714"/>
            <a:ext cx="9252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did not accomplish the goal for this week, but we are still on track with our Gantt chart</a:t>
            </a:r>
          </a:p>
        </p:txBody>
      </p:sp>
    </p:spTree>
    <p:extLst>
      <p:ext uri="{BB962C8B-B14F-4D97-AF65-F5344CB8AC3E}">
        <p14:creationId xmlns:p14="http://schemas.microsoft.com/office/powerpoint/2010/main" val="3029255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DA01-50BF-2CCE-6217-AA4A02302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D5CFE-2D5C-812D-141B-D6C0309B3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set up the backend server</a:t>
            </a:r>
          </a:p>
          <a:p>
            <a:pPr lvl="1"/>
            <a:r>
              <a:rPr lang="en-US" dirty="0"/>
              <a:t>Installed multiple </a:t>
            </a:r>
            <a:r>
              <a:rPr lang="en-US" dirty="0" err="1"/>
              <a:t>npm</a:t>
            </a:r>
            <a:r>
              <a:rPr lang="en-US" dirty="0"/>
              <a:t> dependencies</a:t>
            </a:r>
          </a:p>
          <a:p>
            <a:pPr lvl="1"/>
            <a:r>
              <a:rPr lang="en-US" dirty="0"/>
              <a:t>Set up file structure</a:t>
            </a:r>
          </a:p>
          <a:p>
            <a:pPr lvl="1"/>
            <a:r>
              <a:rPr lang="en-US" dirty="0"/>
              <a:t>Set up server cluster</a:t>
            </a:r>
          </a:p>
        </p:txBody>
      </p:sp>
    </p:spTree>
    <p:extLst>
      <p:ext uri="{BB962C8B-B14F-4D97-AF65-F5344CB8AC3E}">
        <p14:creationId xmlns:p14="http://schemas.microsoft.com/office/powerpoint/2010/main" val="276003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0F5F-F974-68F9-F4B8-167F2F83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A01BE-DFD5-2E22-F3FD-C318AEB0B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were unable to get the account creation done</a:t>
            </a:r>
          </a:p>
          <a:p>
            <a:r>
              <a:rPr lang="en-US" dirty="0"/>
              <a:t>Trouble shooting backend server</a:t>
            </a:r>
          </a:p>
        </p:txBody>
      </p:sp>
    </p:spTree>
    <p:extLst>
      <p:ext uri="{BB962C8B-B14F-4D97-AF65-F5344CB8AC3E}">
        <p14:creationId xmlns:p14="http://schemas.microsoft.com/office/powerpoint/2010/main" val="11176162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654</TotalTime>
  <Words>66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MS Shell Dlg 2</vt:lpstr>
      <vt:lpstr>Wingdings</vt:lpstr>
      <vt:lpstr>Wingdings 3</vt:lpstr>
      <vt:lpstr>Madison</vt:lpstr>
      <vt:lpstr>Digital Library Week 4</vt:lpstr>
      <vt:lpstr>Gantt Chart</vt:lpstr>
      <vt:lpstr>This Week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Camron S. Mellott</dc:creator>
  <cp:lastModifiedBy>Camron S. Mellott</cp:lastModifiedBy>
  <cp:revision>2</cp:revision>
  <dcterms:created xsi:type="dcterms:W3CDTF">2026-02-17T19:25:34Z</dcterms:created>
  <dcterms:modified xsi:type="dcterms:W3CDTF">2026-02-18T06:19:59Z</dcterms:modified>
</cp:coreProperties>
</file>